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DOT RIP Online Outputs, Tools, Dashboards, and Map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Compiled from downloaded RIPs plus targeted public-source checks | 2026-06-05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Deliverable scope: online final outputs, public tools/viewers/dashboards, map services, related external input tools, and not-public/not-found statuses for each DOT in the RIP set.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Important distinction: many RIPs include maps in the PDF or describe internal tools; those are marked separately from true public interactive dashboards.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Excel contains the full link matrix with access status, DOT-specific flag, level/unit, RIP connection, and source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715000"/>
            <a:ext cx="3291840" cy="329184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4E78"/>
                </a:solidFill>
              </a:defRPr>
            </a:pPr>
            <a:r>
              <a:t>20 DOT RIP records reviewed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5715000"/>
            <a:ext cx="3383280" cy="329184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4E78"/>
                </a:solidFill>
              </a:defRPr>
            </a:pPr>
            <a:r>
              <a:t>Public tools clearly identified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09560" y="5715000"/>
            <a:ext cx="2834640" cy="329184"/>
          </a:xfrm>
          <a:prstGeom prst="roundRect">
            <a:avLst/>
          </a:prstGeom>
          <a:solidFill>
            <a:srgbClr val="D9EAF7"/>
          </a:solidFill>
          <a:ln>
            <a:solidFill>
              <a:srgbClr val="D9E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1F4E78"/>
                </a:solidFill>
              </a:defRPr>
            </a:pPr>
            <a:r>
              <a:t>Readable PPT 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Coverage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One state can have multiple rows when it has a final output page plus a separate map/viewer/tool.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2344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100">
                <a:solidFill>
                  <a:srgbClr val="1F4E79"/>
                </a:solidFill>
              </a:defRPr>
            </a:pPr>
            <a:r>
              <a:t>20</a:t>
            </a:r>
          </a:p>
          <a:p>
            <a:pPr algn="ctr">
              <a:defRPr sz="1200">
                <a:solidFill>
                  <a:srgbClr val="464646"/>
                </a:solidFill>
              </a:defRPr>
            </a:pPr>
            <a:r>
              <a:t>States / DOT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538728" y="12344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100">
                <a:solidFill>
                  <a:srgbClr val="1F4E79"/>
                </a:solidFill>
              </a:defRPr>
            </a:pPr>
            <a:r>
              <a:t>10</a:t>
            </a:r>
          </a:p>
          <a:p>
            <a:pPr algn="ctr">
              <a:defRPr sz="1200">
                <a:solidFill>
                  <a:srgbClr val="464646"/>
                </a:solidFill>
              </a:defRPr>
            </a:pPr>
            <a:r>
              <a:t>States with public DOT-specific map/tool/viewer/service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91656" y="12344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100">
                <a:solidFill>
                  <a:srgbClr val="1F4E79"/>
                </a:solidFill>
              </a:defRPr>
            </a:pPr>
            <a:r>
              <a:t>10</a:t>
            </a:r>
          </a:p>
          <a:p>
            <a:pPr algn="ctr">
              <a:defRPr sz="1200">
                <a:solidFill>
                  <a:srgbClr val="464646"/>
                </a:solidFill>
              </a:defRPr>
            </a:pPr>
            <a:r>
              <a:t>States with no confirmed public RIP-specific tool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4584" y="1234440"/>
            <a:ext cx="25146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100">
                <a:solidFill>
                  <a:srgbClr val="1F4E79"/>
                </a:solidFill>
              </a:defRPr>
            </a:pPr>
            <a:r>
              <a:t>42</a:t>
            </a:r>
          </a:p>
          <a:p>
            <a:pPr algn="ctr">
              <a:defRPr sz="1200">
                <a:solidFill>
                  <a:srgbClr val="464646"/>
                </a:solidFill>
              </a:defRPr>
            </a:pPr>
            <a:r>
              <a:t>Total link rows in Excel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546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Strong public DOT-specific tools found: MDOT SHA CCVV, NCDOT RAFT/FIMAN, ODOT Climate Hazard Risk Maps/service, UDOT Risk Priority Map/process, VTrans TRPT, Caltrans GIS services, plus public planning/data explorers for VDOT/OIPI.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Several RIPs are plan-first documents: CT, DE, FL, IA, KY, MI, MS, NM, OH, RI publish final plans or PDF maps, but no public RIP-specific scoring dashboard was confirmed.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Most Actionable Public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These are the links most useful for inspecting risk/vulnerability/criticality beyond the PDF.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4E78"/>
                </a:solidFill>
              </a:defRPr>
            </a:pPr>
            <a:r>
              <a:t>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4300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MDOT SHA CCVV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1880" y="1143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asset/layer 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143000"/>
            <a:ext cx="553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563C1"/>
                </a:solidFill>
              </a:defRPr>
            </a:pPr>
            <a:r>
              <a:t>https://storymaps.arcgis.com/stories/d14029580e314f089267968010179c32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7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4E78"/>
                </a:solidFill>
              </a:defRPr>
            </a:pPr>
            <a:r>
              <a:t>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807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RAFT + FIMAN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92807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road/crossing/flood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892807"/>
            <a:ext cx="553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563C1"/>
                </a:solidFill>
              </a:defRPr>
            </a:pPr>
            <a:r>
              <a:t>https://raft.nc.gov/applications.php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42615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4E78"/>
                </a:solidFill>
              </a:defRPr>
            </a:pPr>
            <a:r>
              <a:t>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42615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Climate Hazard Risk 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642615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statewide hazard-risk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642615"/>
            <a:ext cx="553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563C1"/>
                </a:solidFill>
              </a:defRPr>
            </a:pPr>
            <a:r>
              <a:t>https://www.oregon.gov/odot/climate/Pages/Adaptation-and-Resilience.aspx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9242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4E78"/>
                </a:solidFill>
              </a:defRPr>
            </a:pPr>
            <a:r>
              <a:t>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392424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Risk Priority Map/process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3924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asset/corridor risk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392424"/>
            <a:ext cx="553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563C1"/>
                </a:solidFill>
              </a:defRPr>
            </a:pPr>
            <a:r>
              <a:t>https://connect.udot.utah.gov/enterprise-risk-resiliency/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42231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4E78"/>
                </a:solidFill>
              </a:defRPr>
            </a:pPr>
            <a:r>
              <a:t>VT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42231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TRPT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14223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road/bridge/culvert asset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142231"/>
            <a:ext cx="553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563C1"/>
                </a:solidFill>
              </a:defRPr>
            </a:pPr>
            <a:r>
              <a:t>https://resources.vtrans.vermont.gov/vtransResilienceAppTEST/views/directives/seMap.html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9204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4E78"/>
                </a:solidFill>
              </a:defRPr>
            </a:pPr>
            <a:r>
              <a:t>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8920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Vulnerability GIS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4892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444444"/>
                </a:solidFill>
              </a:defRPr>
            </a:pPr>
            <a:r>
              <a:t>asset/corridor GIS layers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4892040"/>
            <a:ext cx="553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563C1"/>
                </a:solidFill>
              </a:defRPr>
            </a:pPr>
            <a:r>
              <a:t>https://caltrans-gis.dot.ca.gov/arcgis/rest/services/HQstatewide/DEA_Vulnerability_Assessments/MapServer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Tools Mentioned But Not Fully Public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These should not be presented as open dashboards unless access is later confirmed.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CDOT: Asset Resiliency Mapping Application / Risk and Resilience Suite of Tools is described in the RIP; public standalone access was not confirmed.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CTDOT: vulnerability assessment work is under development; no final public viewer was found.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MnDOT: Appendix E documents an Interactive Climate Risk Scores Map; public standalone URL was not confirmed from the public RIP page.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NCDOT RAFT: landing page is public, but applications require a registered RAFT account and may need additional permissions.</a:t>
            </a:r>
          </a:p>
          <a:p>
            <a:pPr>
              <a:spcAft>
                <a:spcPts val="400"/>
              </a:spcAft>
              <a:defRPr sz="1800">
                <a:solidFill>
                  <a:srgbClr val="222222"/>
                </a:solidFill>
              </a:defRPr>
            </a:pPr>
            <a:r>
              <a:t>Several states publish maps inside final PDF appendices rather than as online dashboards: MS, NM, OH, RI are key examples in this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State-by-State Link Status (CA-FL)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Full URLs and source notes are in the Excel workbook.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CA - Caltrans: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State Climate Resilience Improvement Plan for Transportation (SCRIPT) | https://www.caltransinnovationexpo.com/virtual-exhibit-hall/research-projects/state-climate-resilience-improvement-plan-script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82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CO - CDOT: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Risk and Resilience Program page | https://www.codot.gov/programs/planning/cdot-resilience-program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CT - CTDOT: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CTDOT Resilience Improvement Plan | https://portal.ct.gov/dot/-/media/dot/programs/rip/ctdot-resilience-improvement-plan.pdf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448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DE - DelDOT: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DelDOT Resilience Improvement Plan (DRIP) | https://deldot.gov/Publications/reports/DRIP/pdfs/DRIP_FHWA_Approved_2023.pdf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FL - FDOT: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FDOT Resilience Action Plan (RAP) page | https://www.fdot.gov/planning/policy/resilience/resilience-action-plan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State-by-State Link Status (IA-MN)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Full URLs and source notes are in the Excel workbook.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IA - Iowa DOT: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Iowa DOT Resilience Improvement Plan page | https://iowadot.gov/transportation-development/systems-planning/areas-planning/transportation-plans/resilience-improvement-plan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82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KY - KYTC: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KYTC Resiliency Improvement Plan | https://transportation.ky.gov/Planning/Documents/KYTC%20Resiliency%20Improvement%20Plan%202023.pdf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MD - MDOT / SHA: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MDOT Climate Change Vulnerability Viewer (CCVV) | https://storymaps.arcgis.com/stories/d14029580e314f089267968010179c32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448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MI - MDOT (Michigan):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Michigan DOT Resilience Improvement Plan | https://www.michigan.gov/mdot/-/media/Project/Websites/MDOT/Programs/Planning/Resilience/MDOT-Resilience-Improvement-Plan.pdf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MN - MnDOT: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Transportation System Resilience page | https://www.dot.state.mn.us/sustainability/resilience.html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State-by-State Link Status (MS-OR)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Full URLs and source notes are in the Excel workbook.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MS - MDOT (Mississippi):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Mississippi DOT Resilience Improvement Plan | https://mdot.ms.gov/documents/Planning/Reports/Resilience%20Improvement%20Plan.pdf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82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NC - NCDOT: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Resilience Analysis Framework for Transportation (RAFT) | https://raft.nc.gov/applications.php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NM - NMDOT: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NMDOT Resilience Improvement Plan | https://www.dot.nm.gov/planning-research-multimodal-and-safety/planning-division/resiliency-improvement-plan/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448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OH - ODOT (Ohio):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Ohio DOT Resilience Improvement Plan | https://www.transportation.ohio.gov/programs/technical-services/resilience-improvement-plan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OR - ODOT (Oregon):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Climate Change Adaptation and Resilience page | https://www.oregon.gov/odot/climate/Pages/Adaptation-and-Resilience.aspx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State-by-State Link Status (RI-VT)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Full URLs and source notes are in the Excel workbook.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78992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RI - RIDOT: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RIDOT Resilience Improvement Plan | https://www.dot.ri.gov/documents/about/protect/RIDOT_Approved_RIP.pdf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20824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TX - TxDOT: No public RIP-specific dashboard confirmed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Statewide Transportation Resilience Plan page | https://www.txdot.gov/projects/planning/statewide-resilience-plan.html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62656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UT - UDOT: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Enterprise Risk &amp; Resiliency page / Risk Priority map | https://connect.udot.utah.gov/enterprise-risk-resiliency/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90448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VA - VDOT / OIPI: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VTrans MapExplorer / DataExplorer | https://vtrans.virginia.gov/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46320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VT - VTrans: Public DOT-specific tool found</a:t>
            </a:r>
          </a:p>
          <a:p>
            <a:pPr>
              <a:spcAft>
                <a:spcPts val="400"/>
              </a:spcAft>
              <a:defRPr sz="1200">
                <a:solidFill>
                  <a:srgbClr val="222222"/>
                </a:solidFill>
              </a:defRPr>
            </a:pPr>
            <a:r>
              <a:t>Key link: Vermont Transportation Flood Resilience Planning Tool (TRPT) | https://resources.vtrans.vermont.gov/vtransResilienceAppTEST/views/directives/seMap.html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1F4E79"/>
                </a:solidFill>
              </a:defRPr>
            </a:pPr>
            <a:r>
              <a:t>How To Use The Excel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13232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Recommended filters for follow-up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Filter Access = Public and DOT-specific = Yes to see the best DOT-owned web outputs.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Filter Type contains Interactive, viewer, map, or GIS data service to separate tools from final plan pages.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Use Level / unit to distinguish asset-level tools from statewide plan/project pages.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Use Notes to avoid false positives where a tool is only mentioned in a RIP or requires account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